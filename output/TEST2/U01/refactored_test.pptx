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الإجابة الصحيحة: ب</a:t>
            </a:r>
          </a:p>
          <a:p>
            <a:r>
              <a:t>مجال علمي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40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3198167"/>
            <a:ext cx="5181600" cy="461665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4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جامعة نجران - كلية علوم الحاسب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0" y="4257368"/>
            <a:ext cx="5181600" cy="50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4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المحاضرة الأولى: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0" y="4800000"/>
            <a:ext cx="5181600" cy="40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262626"/>
                </a:solidFill>
                <a:cs typeface="Tajawal ExtraBold"/>
                <a:latin typeface="Tajawal ExtraBold"/>
                <a:ea typeface="Tajawal ExtraBold"/>
              </a:rPr>
              <a:t>اختبار التكامل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98084" y="5599525"/>
            <a:ext cx="2773680" cy="665193"/>
          </a:xfrm>
          <a:prstGeom prst="roundRect">
            <a:avLst/>
          </a:prstGeom>
          <a:solidFill>
            <a:srgbClr val="2D588C"/>
          </a:solidFill>
          <a:ln w="1905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46800" bIns="46800"/>
          <a:lstStyle/>
          <a:p>
            <a:pPr algn="ctr" rtl="1"/>
            <a:r>
              <a:rPr sz="20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ابدأ المحاضرة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الأولى: اختبار التكامل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790969" y="898751"/>
            <a:ext cx="2610062" cy="695099"/>
          </a:xfrm>
          <a:prstGeom prst="round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98969" y="1061634"/>
            <a:ext cx="2394062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الأهداف التعليمية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0654" y="1830945"/>
            <a:ext cx="536194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 Medium"/>
                <a:latin typeface="Tajawal Medium"/>
                <a:ea typeface="Tajawal Medium"/>
              </a:rPr>
              <a:t>يتوقع منك في نهاية هذه المحاضرة أن تكون قادرًا على: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770" y="2315612"/>
            <a:ext cx="11029824" cy="600002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22594" y="2315612"/>
            <a:ext cx="720000" cy="60000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2617" y="2446336"/>
            <a:ext cx="9443403" cy="338554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/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هدف أول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770" y="3151353"/>
            <a:ext cx="11029824" cy="600002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22594" y="3151353"/>
            <a:ext cx="720000" cy="60000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2617" y="3282077"/>
            <a:ext cx="9443403" cy="338554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/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هدف ثاني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770" y="3987094"/>
            <a:ext cx="11029824" cy="600002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22594" y="3987094"/>
            <a:ext cx="720000" cy="60000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2617" y="4117818"/>
            <a:ext cx="9443403" cy="338554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/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هدف ثالث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الأولى: اختبار التكامل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790969" y="898751"/>
            <a:ext cx="2610062" cy="695099"/>
          </a:xfrm>
          <a:prstGeom prst="round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98969" y="1061634"/>
            <a:ext cx="2394062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المقدمة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" y="1980000"/>
            <a:ext cx="10080000" cy="360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spcAft>
                <a:spcPts val="600"/>
              </a:spcAft>
            </a:pPr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• نقطة 1</a:t>
            </a:r>
          </a:p>
          <a:p>
            <a:pPr algn="r" rtl="1">
              <a:spcAft>
                <a:spcPts val="600"/>
              </a:spcAft>
            </a:pPr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• نقطة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الأولى: اختبار التكامل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84000" y="898751"/>
            <a:ext cx="4424000" cy="695099"/>
          </a:xfrm>
          <a:prstGeom prst="round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92000" y="1061634"/>
            <a:ext cx="42080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نشاط 1.1 (---)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800000"/>
            <a:ext cx="10440000" cy="72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 Medium"/>
                <a:latin typeface="Tajawal Medium"/>
                <a:ea typeface="Tajawal Medium"/>
              </a:rPr>
              <a:t>ما هو الذكاء الاصطناعي؟</a:t>
            </a:r>
          </a:p>
        </p:txBody>
      </p:sp>
      <p:sp>
        <p:nvSpPr>
          <p:cNvPr id="6" name="Oval 5"/>
          <p:cNvSpPr/>
          <p:nvPr/>
        </p:nvSpPr>
        <p:spPr>
          <a:xfrm>
            <a:off x="10080000" y="2736000"/>
            <a:ext cx="468000" cy="468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" y="2700000"/>
            <a:ext cx="882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خوارزمية</a:t>
            </a:r>
          </a:p>
        </p:txBody>
      </p:sp>
      <p:sp>
        <p:nvSpPr>
          <p:cNvPr id="8" name="Oval 7"/>
          <p:cNvSpPr/>
          <p:nvPr/>
        </p:nvSpPr>
        <p:spPr>
          <a:xfrm>
            <a:off x="10080000" y="3456000"/>
            <a:ext cx="468000" cy="468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3420000"/>
            <a:ext cx="882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مجال علمي</a:t>
            </a:r>
          </a:p>
        </p:txBody>
      </p:sp>
      <p:sp>
        <p:nvSpPr>
          <p:cNvPr id="10" name="Oval 9"/>
          <p:cNvSpPr/>
          <p:nvPr/>
        </p:nvSpPr>
        <p:spPr>
          <a:xfrm>
            <a:off x="10080000" y="4176000"/>
            <a:ext cx="468000" cy="468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000" y="4140000"/>
            <a:ext cx="882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لغة برمجة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الأولى: اختبار التكامل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84000" y="898751"/>
            <a:ext cx="4424000" cy="695099"/>
          </a:xfrm>
          <a:prstGeom prst="round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92000" y="1061634"/>
            <a:ext cx="42080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ملخّص الوحدة الدراسيّة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620000"/>
            <a:ext cx="10440000" cy="360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just" rtl="1">
              <a:lnSpc>
                <a:spcPct val="150000"/>
              </a:lnSpc>
            </a:pPr>
            <a:r>
              <a:rPr sz="2000" b="1" lang="ar-JO">
                <a:solidFill>
                  <a:srgbClr val="2E6CEC"/>
                </a:solidFill>
                <a:cs typeface="Tajawal"/>
                <a:latin typeface="Tajawal"/>
                <a:ea typeface="Tajawal"/>
              </a:rPr>
              <a:t>ملخص 1
ملخص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80000" y="1080000"/>
            <a:ext cx="10032000" cy="469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0" y="1800000"/>
            <a:ext cx="8640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36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شكراً لكم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0" y="2880000"/>
            <a:ext cx="864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الخطوات القادمة: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60000" y="3600000"/>
            <a:ext cx="7920000" cy="180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spcAft>
                <a:spcPts val="600"/>
              </a:spcAft>
            </a:pPr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• خطوة 1</a:t>
            </a:r>
          </a:p>
          <a:p>
            <a:pPr algn="r" rtl="1">
              <a:spcAft>
                <a:spcPts val="600"/>
              </a:spcAft>
            </a:pPr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• خطوة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