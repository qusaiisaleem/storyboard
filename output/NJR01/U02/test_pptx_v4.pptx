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 ب</a:t>
            </a:r>
          </a:p>
          <a:p>
            <a:r>
              <a:t>لأنها تقدم طرقاً جديدة للابتكار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</a:t>
            </a:r>
          </a:p>
          <a:p>
            <a:r>
              <a:t>تسريع الوصول → فائدة</a:t>
            </a:r>
          </a:p>
          <a:p>
            <a:r>
              <a:t>الإدمان الرقمي → سلبية</a:t>
            </a:r>
          </a:p>
          <a:p>
            <a:r>
              <a:t>زيادة الإنتاجية → فائدة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تظهر الأوصاف عند النقر:</a:t>
            </a:r>
          </a:p>
          <a:p>
            <a:r>
              <a:t>التعليم: أثرت التقنية على التعليم بشكل كبير</a:t>
            </a:r>
          </a:p>
          <a:p/>
          <a:p>
            <a:r>
              <a:t>الصحة: ساهمت التقنية في تطوير الرعاية الصحية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</a:t>
            </a:r>
          </a:p>
          <a:p>
            <a:r>
              <a:t>توفير بيئة محاكاة رقمية... → التعليم</a:t>
            </a:r>
          </a:p>
          <a:p>
            <a:r>
              <a:t>تحليل تفضيلات المستخدم... → الترفيه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 - كلية علوم الحاسب ونظم المعلومات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الثانية: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5" name="Picture 4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6" name="Picture 5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6" name="Picture 5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7" name="Picture 6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تعريف ماهية الذهنية الرقمية.</a:t>
            </a:r>
          </a:p>
        </p:txBody>
      </p:sp>
      <p:pic>
        <p:nvPicPr>
          <p:cNvPr id="9" name="Picture 8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151353"/>
            <a:ext cx="11029824" cy="600002"/>
          </a:xfrm>
          <a:prstGeom prst="rect">
            <a:avLst/>
          </a:prstGeom>
        </p:spPr>
      </p:pic>
      <p:pic>
        <p:nvPicPr>
          <p:cNvPr id="10" name="Picture 9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151353"/>
            <a:ext cx="703228" cy="6000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2617" y="3282077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التعرف على ممارسات الابتكار التقني.</a:t>
            </a:r>
          </a:p>
        </p:txBody>
      </p:sp>
      <p:pic>
        <p:nvPicPr>
          <p:cNvPr id="12" name="Picture 1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987094"/>
            <a:ext cx="11029824" cy="600002"/>
          </a:xfrm>
          <a:prstGeom prst="rect">
            <a:avLst/>
          </a:prstGeom>
        </p:spPr>
      </p:pic>
      <p:pic>
        <p:nvPicPr>
          <p:cNvPr id="13" name="Picture 1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987094"/>
            <a:ext cx="703228" cy="6000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2617" y="4117818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تحليل أمثلة على التقنيات الرقمية الناشئة.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المقدمة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أصبحت التقنية الرقمية جزءاً لا يتجزأ من حياتنا اليومية.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تؤثر على جميع المجالات: التعليم والصحة والأعمال.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أمثلة على التقنيات الناشئة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980000"/>
            <a:ext cx="3228000" cy="28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060000"/>
            <a:ext cx="2868000" cy="16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AI يتعلم من البيانات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000" y="1980000"/>
            <a:ext cx="3228000" cy="28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6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إنترنت الأشياء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6000" y="3060000"/>
            <a:ext cx="2868000" cy="16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IoT يربط الأجهزة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2000" y="1980000"/>
            <a:ext cx="3228000" cy="28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600" b="0" lang="ar-JO">
                <a:solidFill>
                  <a:srgbClr val="FF9800"/>
                </a:solidFill>
                <a:cs typeface="Tajawal ExtraBold"/>
                <a:latin typeface="Tajawal ExtraBold"/>
                <a:ea typeface="Tajawal ExtraBold"/>
              </a:rPr>
              <a:t>الحوسبة السحابية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2000" y="3060000"/>
            <a:ext cx="2868000" cy="16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Cloud يوفر الموارد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252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2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المحور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3600000"/>
            <a:ext cx="86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فوائد التقنية الرقمية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2.1 (---)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أي من العبارات الآتية تعبر بدقة عن التقنية الناشئة؟</a:t>
            </a:r>
          </a:p>
        </p:txBody>
      </p:sp>
      <p:sp>
        <p:nvSpPr>
          <p:cNvPr id="6" name="Oval 5"/>
          <p:cNvSpPr/>
          <p:nvPr/>
        </p:nvSpPr>
        <p:spPr>
          <a:xfrm>
            <a:off x="10080000" y="273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70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تستخدم أجهزة حديثة</a:t>
            </a:r>
          </a:p>
        </p:txBody>
      </p:sp>
      <p:sp>
        <p:nvSpPr>
          <p:cNvPr id="8" name="Oval 7"/>
          <p:cNvSpPr/>
          <p:nvPr/>
        </p:nvSpPr>
        <p:spPr>
          <a:xfrm>
            <a:off x="10080000" y="345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42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تقدم طرقاً جديدة للابتكار</a:t>
            </a:r>
          </a:p>
        </p:txBody>
      </p:sp>
      <p:sp>
        <p:nvSpPr>
          <p:cNvPr id="10" name="Oval 9"/>
          <p:cNvSpPr/>
          <p:nvPr/>
        </p:nvSpPr>
        <p:spPr>
          <a:xfrm>
            <a:off x="10080000" y="417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414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مرتبطة بالإنترنت فقط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الفوائد والسلبيات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الفوائد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تسريع الوصول</a:t>
            </a:r>
          </a:p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زيادة الإنتاجية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السلبيات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الإدمان الرقمي</a:t>
            </a:r>
          </a:p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فقدان الخصوصية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2000" y="1800000"/>
            <a:ext cx="28800" cy="36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صنف العبارات الآتية: فوائد أم سلبيات؟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3060000"/>
            <a:ext cx="330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تسريع الوصول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0000" y="3060000"/>
            <a:ext cx="330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الإدمان الرقمي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0000" y="3060000"/>
            <a:ext cx="330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زيادة الإنتاجية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يوجد العديد من فوائد التقنية الرقمية، اسحب المؤشر:</a:t>
            </a:r>
          </a:p>
        </p:txBody>
      </p:sp>
      <p:sp>
        <p:nvSpPr>
          <p:cNvPr id="4" name="Oval 3"/>
          <p:cNvSpPr/>
          <p:nvPr/>
        </p:nvSpPr>
        <p:spPr>
          <a:xfrm>
            <a:off x="10080000" y="18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80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تسهيل التواصل</a:t>
            </a:r>
          </a:p>
        </p:txBody>
      </p:sp>
      <p:sp>
        <p:nvSpPr>
          <p:cNvPr id="6" name="Oval 5"/>
          <p:cNvSpPr/>
          <p:nvPr/>
        </p:nvSpPr>
        <p:spPr>
          <a:xfrm>
            <a:off x="10080000" y="25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52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تحسين الإنتاجية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تأثير التقنية على الحياة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جانب لاكتشاف المزيد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520000"/>
            <a:ext cx="5040000" cy="720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التعليم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2520000"/>
            <a:ext cx="5040000" cy="72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الصحة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3600000"/>
            <a:ext cx="10260000" cy="180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3780000"/>
            <a:ext cx="9900000" cy="14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أثرت التقنية على التعليم بشكل كبير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اختر من القائمة المنسدلة الجانب المناسب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520000"/>
            <a:ext cx="792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توفير بيئة محاكاة رقمية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2520000"/>
            <a:ext cx="1440000" cy="648000"/>
          </a:xfrm>
          <a:prstGeom prst="roundRect">
            <a:avLst/>
          </a:prstGeom>
          <a:solidFill>
            <a:srgbClr val="FFFFFF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3312000"/>
            <a:ext cx="792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تحليل تفضيلات المستخدم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312000"/>
            <a:ext cx="1440000" cy="648000"/>
          </a:xfrm>
          <a:prstGeom prst="roundRect">
            <a:avLst/>
          </a:prstGeom>
          <a:solidFill>
            <a:srgbClr val="FFFFFF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الثانية: الذهنية الرقمية وممارسات الابتكار التقني</a:t>
            </a:r>
          </a:p>
        </p:txBody>
      </p:sp>
      <p:pic>
        <p:nvPicPr>
          <p:cNvPr id="3" name="Picture 2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just" rtl="1">
              <a:lnSpc>
                <a:spcPct val="150000"/>
              </a:lnSpc>
            </a:pPr>
            <a:r>
              <a:rPr sz="2000" b="1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التقنيات الناشئة هي تقنيات في مراحلها الأولى من التطوير.
للتقنية الرقمية فوائد وسلبيات يجب مراعاتها.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360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مراجعة المحاضرة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حل النشاط التفاعلي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